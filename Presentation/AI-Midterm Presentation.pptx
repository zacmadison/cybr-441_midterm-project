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9" r:id="rId6"/>
    <p:sldId id="257" r:id="rId7"/>
    <p:sldId id="258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E25083-7063-4F7D-8676-31C779981F90}" v="7" dt="2026-10-15T21:13:51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 Madison" userId="55e9da4f-3cb2-406e-bd86-fcddc48787a8" providerId="ADAL" clId="{1DC377ED-1973-4334-A6A9-1484E849767A}"/>
    <pc:docChg chg="custSel modSld">
      <pc:chgData name="Zach Madison" userId="55e9da4f-3cb2-406e-bd86-fcddc48787a8" providerId="ADAL" clId="{1DC377ED-1973-4334-A6A9-1484E849767A}" dt="2026-10-15T18:28:20.141" v="1571" actId="20577"/>
      <pc:docMkLst>
        <pc:docMk/>
      </pc:docMkLst>
      <pc:sldChg chg="modSp mod">
        <pc:chgData name="Zach Madison" userId="55e9da4f-3cb2-406e-bd86-fcddc48787a8" providerId="ADAL" clId="{1DC377ED-1973-4334-A6A9-1484E849767A}" dt="2026-10-15T18:24:06.780" v="998" actId="20577"/>
        <pc:sldMkLst>
          <pc:docMk/>
          <pc:sldMk cId="2117063523" sldId="257"/>
        </pc:sldMkLst>
        <pc:spChg chg="mod">
          <ac:chgData name="Zach Madison" userId="55e9da4f-3cb2-406e-bd86-fcddc48787a8" providerId="ADAL" clId="{1DC377ED-1973-4334-A6A9-1484E849767A}" dt="2026-10-15T18:18:05.416" v="543" actId="20577"/>
          <ac:spMkLst>
            <pc:docMk/>
            <pc:sldMk cId="2117063523" sldId="257"/>
            <ac:spMk id="2" creationId="{D978C2BE-2EC8-4B88-B16D-9A48EC532E0D}"/>
          </ac:spMkLst>
        </pc:spChg>
        <pc:spChg chg="mod">
          <ac:chgData name="Zach Madison" userId="55e9da4f-3cb2-406e-bd86-fcddc48787a8" providerId="ADAL" clId="{1DC377ED-1973-4334-A6A9-1484E849767A}" dt="2026-10-15T18:24:06.780" v="998" actId="20577"/>
          <ac:spMkLst>
            <pc:docMk/>
            <pc:sldMk cId="2117063523" sldId="257"/>
            <ac:spMk id="3" creationId="{D6DAE5BF-3346-4DC2-8EC7-A3AA88701D3A}"/>
          </ac:spMkLst>
        </pc:spChg>
      </pc:sldChg>
      <pc:sldChg chg="modSp mod">
        <pc:chgData name="Zach Madison" userId="55e9da4f-3cb2-406e-bd86-fcddc48787a8" providerId="ADAL" clId="{1DC377ED-1973-4334-A6A9-1484E849767A}" dt="2026-10-15T18:24:16.687" v="1011" actId="20577"/>
        <pc:sldMkLst>
          <pc:docMk/>
          <pc:sldMk cId="2047288143" sldId="258"/>
        </pc:sldMkLst>
        <pc:spChg chg="mod">
          <ac:chgData name="Zach Madison" userId="55e9da4f-3cb2-406e-bd86-fcddc48787a8" providerId="ADAL" clId="{1DC377ED-1973-4334-A6A9-1484E849767A}" dt="2026-10-15T18:24:16.687" v="1011" actId="20577"/>
          <ac:spMkLst>
            <pc:docMk/>
            <pc:sldMk cId="2047288143" sldId="258"/>
            <ac:spMk id="3" creationId="{D6DAE5BF-3346-4DC2-8EC7-A3AA88701D3A}"/>
          </ac:spMkLst>
        </pc:spChg>
      </pc:sldChg>
      <pc:sldChg chg="modSp mod">
        <pc:chgData name="Zach Madison" userId="55e9da4f-3cb2-406e-bd86-fcddc48787a8" providerId="ADAL" clId="{1DC377ED-1973-4334-A6A9-1484E849767A}" dt="2026-10-15T18:17:26.155" v="511"/>
        <pc:sldMkLst>
          <pc:docMk/>
          <pc:sldMk cId="4127599646" sldId="259"/>
        </pc:sldMkLst>
        <pc:spChg chg="mod">
          <ac:chgData name="Zach Madison" userId="55e9da4f-3cb2-406e-bd86-fcddc48787a8" providerId="ADAL" clId="{1DC377ED-1973-4334-A6A9-1484E849767A}" dt="2026-10-15T18:09:52.207" v="13" actId="20577"/>
          <ac:spMkLst>
            <pc:docMk/>
            <pc:sldMk cId="4127599646" sldId="259"/>
            <ac:spMk id="2" creationId="{D978C2BE-2EC8-4B88-B16D-9A48EC532E0D}"/>
          </ac:spMkLst>
        </pc:spChg>
        <pc:spChg chg="mod">
          <ac:chgData name="Zach Madison" userId="55e9da4f-3cb2-406e-bd86-fcddc48787a8" providerId="ADAL" clId="{1DC377ED-1973-4334-A6A9-1484E849767A}" dt="2026-10-15T18:17:26.155" v="511"/>
          <ac:spMkLst>
            <pc:docMk/>
            <pc:sldMk cId="4127599646" sldId="259"/>
            <ac:spMk id="3" creationId="{D6DAE5BF-3346-4DC2-8EC7-A3AA88701D3A}"/>
          </ac:spMkLst>
        </pc:spChg>
      </pc:sldChg>
      <pc:sldChg chg="modSp mod">
        <pc:chgData name="Zach Madison" userId="55e9da4f-3cb2-406e-bd86-fcddc48787a8" providerId="ADAL" clId="{1DC377ED-1973-4334-A6A9-1484E849767A}" dt="2026-10-15T18:28:20.141" v="1571" actId="20577"/>
        <pc:sldMkLst>
          <pc:docMk/>
          <pc:sldMk cId="127888723" sldId="261"/>
        </pc:sldMkLst>
        <pc:spChg chg="mod">
          <ac:chgData name="Zach Madison" userId="55e9da4f-3cb2-406e-bd86-fcddc48787a8" providerId="ADAL" clId="{1DC377ED-1973-4334-A6A9-1484E849767A}" dt="2026-10-15T18:28:20.141" v="1571" actId="20577"/>
          <ac:spMkLst>
            <pc:docMk/>
            <pc:sldMk cId="127888723" sldId="261"/>
            <ac:spMk id="3" creationId="{D6DAE5BF-3346-4DC2-8EC7-A3AA88701D3A}"/>
          </ac:spMkLst>
        </pc:spChg>
      </pc:sldChg>
    </pc:docChg>
  </pc:docChgLst>
  <pc:docChgLst>
    <pc:chgData name="Zach Madison" userId="55e9da4f-3cb2-406e-bd86-fcddc48787a8" providerId="ADAL" clId="{27C5D57B-6558-4166-97B6-D14BF1FFE558}"/>
    <pc:docChg chg="undo custSel modSld">
      <pc:chgData name="Zach Madison" userId="55e9da4f-3cb2-406e-bd86-fcddc48787a8" providerId="ADAL" clId="{27C5D57B-6558-4166-97B6-D14BF1FFE558}" dt="2026-10-15T21:14:01.069" v="1673" actId="1076"/>
      <pc:docMkLst>
        <pc:docMk/>
      </pc:docMkLst>
      <pc:sldChg chg="modSp mod">
        <pc:chgData name="Zach Madison" userId="55e9da4f-3cb2-406e-bd86-fcddc48787a8" providerId="ADAL" clId="{27C5D57B-6558-4166-97B6-D14BF1FFE558}" dt="2026-10-15T20:52:10.882" v="341" actId="20577"/>
        <pc:sldMkLst>
          <pc:docMk/>
          <pc:sldMk cId="1415076650" sldId="256"/>
        </pc:sldMkLst>
        <pc:spChg chg="mod">
          <ac:chgData name="Zach Madison" userId="55e9da4f-3cb2-406e-bd86-fcddc48787a8" providerId="ADAL" clId="{27C5D57B-6558-4166-97B6-D14BF1FFE558}" dt="2026-10-15T20:43:18.763" v="10"/>
          <ac:spMkLst>
            <pc:docMk/>
            <pc:sldMk cId="1415076650" sldId="256"/>
            <ac:spMk id="2" creationId="{A67B8049-99F0-4A1A-A7FE-9E0715E0D66F}"/>
          </ac:spMkLst>
        </pc:spChg>
        <pc:spChg chg="mod">
          <ac:chgData name="Zach Madison" userId="55e9da4f-3cb2-406e-bd86-fcddc48787a8" providerId="ADAL" clId="{27C5D57B-6558-4166-97B6-D14BF1FFE558}" dt="2026-10-15T20:52:10.882" v="341" actId="20577"/>
          <ac:spMkLst>
            <pc:docMk/>
            <pc:sldMk cId="1415076650" sldId="256"/>
            <ac:spMk id="3" creationId="{FEF79450-A2AD-47A8-BF90-24453C163F40}"/>
          </ac:spMkLst>
        </pc:spChg>
      </pc:sldChg>
      <pc:sldChg chg="addSp delSp modSp mod">
        <pc:chgData name="Zach Madison" userId="55e9da4f-3cb2-406e-bd86-fcddc48787a8" providerId="ADAL" clId="{27C5D57B-6558-4166-97B6-D14BF1FFE558}" dt="2026-10-15T21:04:58.856" v="1572" actId="1076"/>
        <pc:sldMkLst>
          <pc:docMk/>
          <pc:sldMk cId="2117063523" sldId="257"/>
        </pc:sldMkLst>
        <pc:spChg chg="mod">
          <ac:chgData name="Zach Madison" userId="55e9da4f-3cb2-406e-bd86-fcddc48787a8" providerId="ADAL" clId="{27C5D57B-6558-4166-97B6-D14BF1FFE558}" dt="2026-10-15T21:04:58.856" v="1572" actId="1076"/>
          <ac:spMkLst>
            <pc:docMk/>
            <pc:sldMk cId="2117063523" sldId="257"/>
            <ac:spMk id="2" creationId="{D978C2BE-2EC8-4B88-B16D-9A48EC532E0D}"/>
          </ac:spMkLst>
        </pc:spChg>
        <pc:spChg chg="mod">
          <ac:chgData name="Zach Madison" userId="55e9da4f-3cb2-406e-bd86-fcddc48787a8" providerId="ADAL" clId="{27C5D57B-6558-4166-97B6-D14BF1FFE558}" dt="2026-10-15T20:45:44.893" v="98"/>
          <ac:spMkLst>
            <pc:docMk/>
            <pc:sldMk cId="2117063523" sldId="257"/>
            <ac:spMk id="3" creationId="{D6DAE5BF-3346-4DC2-8EC7-A3AA88701D3A}"/>
          </ac:spMkLst>
        </pc:spChg>
        <pc:spChg chg="add mod">
          <ac:chgData name="Zach Madison" userId="55e9da4f-3cb2-406e-bd86-fcddc48787a8" providerId="ADAL" clId="{27C5D57B-6558-4166-97B6-D14BF1FFE558}" dt="2026-10-15T20:46:32.041" v="107" actId="2085"/>
          <ac:spMkLst>
            <pc:docMk/>
            <pc:sldMk cId="2117063523" sldId="257"/>
            <ac:spMk id="6" creationId="{B70E60F7-DD16-5213-CF05-20B09C9A2DAD}"/>
          </ac:spMkLst>
        </pc:spChg>
        <pc:picChg chg="mod ord">
          <ac:chgData name="Zach Madison" userId="55e9da4f-3cb2-406e-bd86-fcddc48787a8" providerId="ADAL" clId="{27C5D57B-6558-4166-97B6-D14BF1FFE558}" dt="2026-10-15T20:46:46.619" v="108" actId="166"/>
          <ac:picMkLst>
            <pc:docMk/>
            <pc:sldMk cId="2117063523" sldId="257"/>
            <ac:picMk id="4" creationId="{86C6B34B-8310-3131-19D7-65210D85E471}"/>
          </ac:picMkLst>
        </pc:picChg>
        <pc:picChg chg="del mod">
          <ac:chgData name="Zach Madison" userId="55e9da4f-3cb2-406e-bd86-fcddc48787a8" providerId="ADAL" clId="{27C5D57B-6558-4166-97B6-D14BF1FFE558}" dt="2026-10-15T20:45:48.827" v="100" actId="478"/>
          <ac:picMkLst>
            <pc:docMk/>
            <pc:sldMk cId="2117063523" sldId="257"/>
            <ac:picMk id="5" creationId="{03F5062D-E7DE-C750-4ABC-23E2F8B53D82}"/>
          </ac:picMkLst>
        </pc:picChg>
      </pc:sldChg>
      <pc:sldChg chg="modSp mod">
        <pc:chgData name="Zach Madison" userId="55e9da4f-3cb2-406e-bd86-fcddc48787a8" providerId="ADAL" clId="{27C5D57B-6558-4166-97B6-D14BF1FFE558}" dt="2026-10-15T21:04:54.422" v="1571" actId="1076"/>
        <pc:sldMkLst>
          <pc:docMk/>
          <pc:sldMk cId="2047288143" sldId="258"/>
        </pc:sldMkLst>
        <pc:spChg chg="mod">
          <ac:chgData name="Zach Madison" userId="55e9da4f-3cb2-406e-bd86-fcddc48787a8" providerId="ADAL" clId="{27C5D57B-6558-4166-97B6-D14BF1FFE558}" dt="2026-10-15T21:04:54.422" v="1571" actId="1076"/>
          <ac:spMkLst>
            <pc:docMk/>
            <pc:sldMk cId="2047288143" sldId="258"/>
            <ac:spMk id="2" creationId="{D978C2BE-2EC8-4B88-B16D-9A48EC532E0D}"/>
          </ac:spMkLst>
        </pc:spChg>
        <pc:spChg chg="mod">
          <ac:chgData name="Zach Madison" userId="55e9da4f-3cb2-406e-bd86-fcddc48787a8" providerId="ADAL" clId="{27C5D57B-6558-4166-97B6-D14BF1FFE558}" dt="2026-10-15T20:49:21.536" v="295" actId="20577"/>
          <ac:spMkLst>
            <pc:docMk/>
            <pc:sldMk cId="2047288143" sldId="258"/>
            <ac:spMk id="3" creationId="{D6DAE5BF-3346-4DC2-8EC7-A3AA88701D3A}"/>
          </ac:spMkLst>
        </pc:spChg>
      </pc:sldChg>
      <pc:sldChg chg="modSp mod">
        <pc:chgData name="Zach Madison" userId="55e9da4f-3cb2-406e-bd86-fcddc48787a8" providerId="ADAL" clId="{27C5D57B-6558-4166-97B6-D14BF1FFE558}" dt="2026-10-15T21:05:01.619" v="1573" actId="1076"/>
        <pc:sldMkLst>
          <pc:docMk/>
          <pc:sldMk cId="4127599646" sldId="259"/>
        </pc:sldMkLst>
        <pc:spChg chg="mod">
          <ac:chgData name="Zach Madison" userId="55e9da4f-3cb2-406e-bd86-fcddc48787a8" providerId="ADAL" clId="{27C5D57B-6558-4166-97B6-D14BF1FFE558}" dt="2026-10-15T21:05:01.619" v="1573" actId="1076"/>
          <ac:spMkLst>
            <pc:docMk/>
            <pc:sldMk cId="4127599646" sldId="259"/>
            <ac:spMk id="2" creationId="{D978C2BE-2EC8-4B88-B16D-9A48EC532E0D}"/>
          </ac:spMkLst>
        </pc:spChg>
        <pc:spChg chg="mod">
          <ac:chgData name="Zach Madison" userId="55e9da4f-3cb2-406e-bd86-fcddc48787a8" providerId="ADAL" clId="{27C5D57B-6558-4166-97B6-D14BF1FFE558}" dt="2026-10-15T20:45:02.214" v="94" actId="20577"/>
          <ac:spMkLst>
            <pc:docMk/>
            <pc:sldMk cId="4127599646" sldId="259"/>
            <ac:spMk id="3" creationId="{D6DAE5BF-3346-4DC2-8EC7-A3AA88701D3A}"/>
          </ac:spMkLst>
        </pc:spChg>
      </pc:sldChg>
      <pc:sldChg chg="addSp delSp modSp mod">
        <pc:chgData name="Zach Madison" userId="55e9da4f-3cb2-406e-bd86-fcddc48787a8" providerId="ADAL" clId="{27C5D57B-6558-4166-97B6-D14BF1FFE558}" dt="2026-10-15T21:04:46.443" v="1570" actId="1076"/>
        <pc:sldMkLst>
          <pc:docMk/>
          <pc:sldMk cId="713958034" sldId="260"/>
        </pc:sldMkLst>
        <pc:spChg chg="mod">
          <ac:chgData name="Zach Madison" userId="55e9da4f-3cb2-406e-bd86-fcddc48787a8" providerId="ADAL" clId="{27C5D57B-6558-4166-97B6-D14BF1FFE558}" dt="2026-10-15T21:04:46.443" v="1570" actId="1076"/>
          <ac:spMkLst>
            <pc:docMk/>
            <pc:sldMk cId="713958034" sldId="260"/>
            <ac:spMk id="2" creationId="{D978C2BE-2EC8-4B88-B16D-9A48EC532E0D}"/>
          </ac:spMkLst>
        </pc:spChg>
        <pc:spChg chg="del mod">
          <ac:chgData name="Zach Madison" userId="55e9da4f-3cb2-406e-bd86-fcddc48787a8" providerId="ADAL" clId="{27C5D57B-6558-4166-97B6-D14BF1FFE558}" dt="2026-10-15T20:49:34.541" v="296" actId="478"/>
          <ac:spMkLst>
            <pc:docMk/>
            <pc:sldMk cId="713958034" sldId="260"/>
            <ac:spMk id="3" creationId="{D6DAE5BF-3346-4DC2-8EC7-A3AA88701D3A}"/>
          </ac:spMkLst>
        </pc:spChg>
        <pc:spChg chg="add mod">
          <ac:chgData name="Zach Madison" userId="55e9da4f-3cb2-406e-bd86-fcddc48787a8" providerId="ADAL" clId="{27C5D57B-6558-4166-97B6-D14BF1FFE558}" dt="2026-10-15T21:04:30.024" v="1568" actId="1076"/>
          <ac:spMkLst>
            <pc:docMk/>
            <pc:sldMk cId="713958034" sldId="260"/>
            <ac:spMk id="4" creationId="{525FD71B-9A90-2650-0832-F433AD4ED8EF}"/>
          </ac:spMkLst>
        </pc:spChg>
        <pc:spChg chg="add del mod">
          <ac:chgData name="Zach Madison" userId="55e9da4f-3cb2-406e-bd86-fcddc48787a8" providerId="ADAL" clId="{27C5D57B-6558-4166-97B6-D14BF1FFE558}" dt="2026-10-15T20:53:16.493" v="429" actId="478"/>
          <ac:spMkLst>
            <pc:docMk/>
            <pc:sldMk cId="713958034" sldId="260"/>
            <ac:spMk id="6" creationId="{D9F93329-1CAB-0F80-D439-41CB65F92EFC}"/>
          </ac:spMkLst>
        </pc:spChg>
        <pc:spChg chg="add del mod">
          <ac:chgData name="Zach Madison" userId="55e9da4f-3cb2-406e-bd86-fcddc48787a8" providerId="ADAL" clId="{27C5D57B-6558-4166-97B6-D14BF1FFE558}" dt="2026-10-15T20:53:15.870" v="428" actId="478"/>
          <ac:spMkLst>
            <pc:docMk/>
            <pc:sldMk cId="713958034" sldId="260"/>
            <ac:spMk id="8" creationId="{E00004F3-2F4C-1847-8DD5-B789E17EBFCE}"/>
          </ac:spMkLst>
        </pc:spChg>
        <pc:spChg chg="add del mod">
          <ac:chgData name="Zach Madison" userId="55e9da4f-3cb2-406e-bd86-fcddc48787a8" providerId="ADAL" clId="{27C5D57B-6558-4166-97B6-D14BF1FFE558}" dt="2026-10-15T20:53:16.890" v="430" actId="478"/>
          <ac:spMkLst>
            <pc:docMk/>
            <pc:sldMk cId="713958034" sldId="260"/>
            <ac:spMk id="10" creationId="{221A8462-0874-F1BF-1D45-B90042FC3931}"/>
          </ac:spMkLst>
        </pc:spChg>
        <pc:spChg chg="add mod">
          <ac:chgData name="Zach Madison" userId="55e9da4f-3cb2-406e-bd86-fcddc48787a8" providerId="ADAL" clId="{27C5D57B-6558-4166-97B6-D14BF1FFE558}" dt="2026-10-15T21:04:30.024" v="1568" actId="1076"/>
          <ac:spMkLst>
            <pc:docMk/>
            <pc:sldMk cId="713958034" sldId="260"/>
            <ac:spMk id="12" creationId="{B26AE3BB-8320-1103-4C2D-C39F9DACC3A7}"/>
          </ac:spMkLst>
        </pc:spChg>
        <pc:spChg chg="add mod">
          <ac:chgData name="Zach Madison" userId="55e9da4f-3cb2-406e-bd86-fcddc48787a8" providerId="ADAL" clId="{27C5D57B-6558-4166-97B6-D14BF1FFE558}" dt="2026-10-15T21:04:30.024" v="1568" actId="1076"/>
          <ac:spMkLst>
            <pc:docMk/>
            <pc:sldMk cId="713958034" sldId="260"/>
            <ac:spMk id="14" creationId="{B62FDC31-5913-4DBF-D6F3-EE835E354F88}"/>
          </ac:spMkLst>
        </pc:spChg>
        <pc:spChg chg="add mod">
          <ac:chgData name="Zach Madison" userId="55e9da4f-3cb2-406e-bd86-fcddc48787a8" providerId="ADAL" clId="{27C5D57B-6558-4166-97B6-D14BF1FFE558}" dt="2026-10-15T21:04:30.024" v="1568" actId="1076"/>
          <ac:spMkLst>
            <pc:docMk/>
            <pc:sldMk cId="713958034" sldId="260"/>
            <ac:spMk id="16" creationId="{E380787B-398B-E992-10E3-028F2FB251B9}"/>
          </ac:spMkLst>
        </pc:spChg>
        <pc:spChg chg="add del mod">
          <ac:chgData name="Zach Madison" userId="55e9da4f-3cb2-406e-bd86-fcddc48787a8" providerId="ADAL" clId="{27C5D57B-6558-4166-97B6-D14BF1FFE558}" dt="2026-10-15T20:53:22.879" v="436" actId="478"/>
          <ac:spMkLst>
            <pc:docMk/>
            <pc:sldMk cId="713958034" sldId="260"/>
            <ac:spMk id="18" creationId="{CC856F97-8EF6-37F1-33D7-B97D50B3BCF0}"/>
          </ac:spMkLst>
        </pc:spChg>
        <pc:spChg chg="add mod">
          <ac:chgData name="Zach Madison" userId="55e9da4f-3cb2-406e-bd86-fcddc48787a8" providerId="ADAL" clId="{27C5D57B-6558-4166-97B6-D14BF1FFE558}" dt="2026-10-15T21:04:30.024" v="1568" actId="1076"/>
          <ac:spMkLst>
            <pc:docMk/>
            <pc:sldMk cId="713958034" sldId="260"/>
            <ac:spMk id="37" creationId="{6C3174A0-C0E8-24DD-2FC2-3BFA9A43D53D}"/>
          </ac:spMkLst>
        </pc:spChg>
        <pc:cxnChg chg="add mod">
          <ac:chgData name="Zach Madison" userId="55e9da4f-3cb2-406e-bd86-fcddc48787a8" providerId="ADAL" clId="{27C5D57B-6558-4166-97B6-D14BF1FFE558}" dt="2026-10-15T21:04:30.024" v="1568" actId="1076"/>
          <ac:cxnSpMkLst>
            <pc:docMk/>
            <pc:sldMk cId="713958034" sldId="260"/>
            <ac:cxnSpMk id="20" creationId="{B714F963-4308-9A88-C0BD-81C473D6EC03}"/>
          </ac:cxnSpMkLst>
        </pc:cxnChg>
        <pc:cxnChg chg="add mod">
          <ac:chgData name="Zach Madison" userId="55e9da4f-3cb2-406e-bd86-fcddc48787a8" providerId="ADAL" clId="{27C5D57B-6558-4166-97B6-D14BF1FFE558}" dt="2026-10-15T21:04:30.024" v="1568" actId="1076"/>
          <ac:cxnSpMkLst>
            <pc:docMk/>
            <pc:sldMk cId="713958034" sldId="260"/>
            <ac:cxnSpMk id="24" creationId="{4603DC6E-EEBF-EC0E-FDD7-C8743C244C83}"/>
          </ac:cxnSpMkLst>
        </pc:cxnChg>
        <pc:cxnChg chg="add del mod">
          <ac:chgData name="Zach Madison" userId="55e9da4f-3cb2-406e-bd86-fcddc48787a8" providerId="ADAL" clId="{27C5D57B-6558-4166-97B6-D14BF1FFE558}" dt="2026-10-15T20:59:15.786" v="1123" actId="478"/>
          <ac:cxnSpMkLst>
            <pc:docMk/>
            <pc:sldMk cId="713958034" sldId="260"/>
            <ac:cxnSpMk id="27" creationId="{1FE11130-AE76-8C50-A71A-647275DD9085}"/>
          </ac:cxnSpMkLst>
        </pc:cxnChg>
        <pc:cxnChg chg="add mod">
          <ac:chgData name="Zach Madison" userId="55e9da4f-3cb2-406e-bd86-fcddc48787a8" providerId="ADAL" clId="{27C5D57B-6558-4166-97B6-D14BF1FFE558}" dt="2026-10-15T21:04:30.024" v="1568" actId="1076"/>
          <ac:cxnSpMkLst>
            <pc:docMk/>
            <pc:sldMk cId="713958034" sldId="260"/>
            <ac:cxnSpMk id="31" creationId="{2953D4BD-2D3F-24D5-F9B9-7B03AE663145}"/>
          </ac:cxnSpMkLst>
        </pc:cxnChg>
        <pc:cxnChg chg="add mod">
          <ac:chgData name="Zach Madison" userId="55e9da4f-3cb2-406e-bd86-fcddc48787a8" providerId="ADAL" clId="{27C5D57B-6558-4166-97B6-D14BF1FFE558}" dt="2026-10-15T21:04:30.024" v="1568" actId="1076"/>
          <ac:cxnSpMkLst>
            <pc:docMk/>
            <pc:sldMk cId="713958034" sldId="260"/>
            <ac:cxnSpMk id="38" creationId="{2A54E08B-697D-70C3-32E8-151B3015FA21}"/>
          </ac:cxnSpMkLst>
        </pc:cxnChg>
        <pc:cxnChg chg="add mod">
          <ac:chgData name="Zach Madison" userId="55e9da4f-3cb2-406e-bd86-fcddc48787a8" providerId="ADAL" clId="{27C5D57B-6558-4166-97B6-D14BF1FFE558}" dt="2026-10-15T21:04:30.024" v="1568" actId="1076"/>
          <ac:cxnSpMkLst>
            <pc:docMk/>
            <pc:sldMk cId="713958034" sldId="260"/>
            <ac:cxnSpMk id="41" creationId="{09839B45-5E24-E84A-62F7-AB4CE06DB540}"/>
          </ac:cxnSpMkLst>
        </pc:cxnChg>
      </pc:sldChg>
      <pc:sldChg chg="modSp">
        <pc:chgData name="Zach Madison" userId="55e9da4f-3cb2-406e-bd86-fcddc48787a8" providerId="ADAL" clId="{27C5D57B-6558-4166-97B6-D14BF1FFE558}" dt="2026-10-15T20:43:18.763" v="10"/>
        <pc:sldMkLst>
          <pc:docMk/>
          <pc:sldMk cId="127888723" sldId="261"/>
        </pc:sldMkLst>
        <pc:spChg chg="mod">
          <ac:chgData name="Zach Madison" userId="55e9da4f-3cb2-406e-bd86-fcddc48787a8" providerId="ADAL" clId="{27C5D57B-6558-4166-97B6-D14BF1FFE558}" dt="2026-10-15T20:43:18.763" v="10"/>
          <ac:spMkLst>
            <pc:docMk/>
            <pc:sldMk cId="127888723" sldId="261"/>
            <ac:spMk id="2" creationId="{D978C2BE-2EC8-4B88-B16D-9A48EC532E0D}"/>
          </ac:spMkLst>
        </pc:spChg>
        <pc:spChg chg="mod">
          <ac:chgData name="Zach Madison" userId="55e9da4f-3cb2-406e-bd86-fcddc48787a8" providerId="ADAL" clId="{27C5D57B-6558-4166-97B6-D14BF1FFE558}" dt="2026-10-15T20:43:18.763" v="10"/>
          <ac:spMkLst>
            <pc:docMk/>
            <pc:sldMk cId="127888723" sldId="261"/>
            <ac:spMk id="3" creationId="{D6DAE5BF-3346-4DC2-8EC7-A3AA88701D3A}"/>
          </ac:spMkLst>
        </pc:spChg>
      </pc:sldChg>
      <pc:sldChg chg="addSp delSp modSp mod modAnim">
        <pc:chgData name="Zach Madison" userId="55e9da4f-3cb2-406e-bd86-fcddc48787a8" providerId="ADAL" clId="{27C5D57B-6558-4166-97B6-D14BF1FFE558}" dt="2026-10-15T21:14:01.069" v="1673" actId="1076"/>
        <pc:sldMkLst>
          <pc:docMk/>
          <pc:sldMk cId="1232508830" sldId="262"/>
        </pc:sldMkLst>
        <pc:spChg chg="mod">
          <ac:chgData name="Zach Madison" userId="55e9da4f-3cb2-406e-bd86-fcddc48787a8" providerId="ADAL" clId="{27C5D57B-6558-4166-97B6-D14BF1FFE558}" dt="2026-10-15T21:12:57.366" v="1668" actId="20577"/>
          <ac:spMkLst>
            <pc:docMk/>
            <pc:sldMk cId="1232508830" sldId="262"/>
            <ac:spMk id="2" creationId="{D978C2BE-2EC8-4B88-B16D-9A48EC532E0D}"/>
          </ac:spMkLst>
        </pc:spChg>
        <pc:spChg chg="del mod">
          <ac:chgData name="Zach Madison" userId="55e9da4f-3cb2-406e-bd86-fcddc48787a8" providerId="ADAL" clId="{27C5D57B-6558-4166-97B6-D14BF1FFE558}" dt="2026-10-15T21:07:46.259" v="1611" actId="478"/>
          <ac:spMkLst>
            <pc:docMk/>
            <pc:sldMk cId="1232508830" sldId="262"/>
            <ac:spMk id="3" creationId="{D6DAE5BF-3346-4DC2-8EC7-A3AA88701D3A}"/>
          </ac:spMkLst>
        </pc:spChg>
        <pc:picChg chg="add del mod">
          <ac:chgData name="Zach Madison" userId="55e9da4f-3cb2-406e-bd86-fcddc48787a8" providerId="ADAL" clId="{27C5D57B-6558-4166-97B6-D14BF1FFE558}" dt="2026-10-15T21:10:09.434" v="1652" actId="478"/>
          <ac:picMkLst>
            <pc:docMk/>
            <pc:sldMk cId="1232508830" sldId="262"/>
            <ac:picMk id="5" creationId="{1ED406FD-EEA5-6DCF-C391-CB8FD29E7F91}"/>
          </ac:picMkLst>
        </pc:picChg>
        <pc:picChg chg="add del mod">
          <ac:chgData name="Zach Madison" userId="55e9da4f-3cb2-406e-bd86-fcddc48787a8" providerId="ADAL" clId="{27C5D57B-6558-4166-97B6-D14BF1FFE558}" dt="2026-10-15T21:10:07.554" v="1651" actId="478"/>
          <ac:picMkLst>
            <pc:docMk/>
            <pc:sldMk cId="1232508830" sldId="262"/>
            <ac:picMk id="7" creationId="{5749A03C-3E08-9B78-BF2D-726473205808}"/>
          </ac:picMkLst>
        </pc:picChg>
        <pc:picChg chg="add del mod">
          <ac:chgData name="Zach Madison" userId="55e9da4f-3cb2-406e-bd86-fcddc48787a8" providerId="ADAL" clId="{27C5D57B-6558-4166-97B6-D14BF1FFE558}" dt="2026-10-15T21:10:10.323" v="1654" actId="478"/>
          <ac:picMkLst>
            <pc:docMk/>
            <pc:sldMk cId="1232508830" sldId="262"/>
            <ac:picMk id="9" creationId="{D9B5BC65-4656-9BEA-8557-2C4C3F2DCA8B}"/>
          </ac:picMkLst>
        </pc:picChg>
        <pc:picChg chg="add del mod">
          <ac:chgData name="Zach Madison" userId="55e9da4f-3cb2-406e-bd86-fcddc48787a8" providerId="ADAL" clId="{27C5D57B-6558-4166-97B6-D14BF1FFE558}" dt="2026-10-15T21:10:09.837" v="1653" actId="478"/>
          <ac:picMkLst>
            <pc:docMk/>
            <pc:sldMk cId="1232508830" sldId="262"/>
            <ac:picMk id="11" creationId="{84364F0D-B3CF-3D43-8368-DF3C0F5DBE70}"/>
          </ac:picMkLst>
        </pc:picChg>
        <pc:picChg chg="add del mod">
          <ac:chgData name="Zach Madison" userId="55e9da4f-3cb2-406e-bd86-fcddc48787a8" providerId="ADAL" clId="{27C5D57B-6558-4166-97B6-D14BF1FFE558}" dt="2026-10-15T21:10:11.565" v="1655" actId="478"/>
          <ac:picMkLst>
            <pc:docMk/>
            <pc:sldMk cId="1232508830" sldId="262"/>
            <ac:picMk id="13" creationId="{F03F6A06-A933-73D5-4058-E3259C3F22BC}"/>
          </ac:picMkLst>
        </pc:picChg>
        <pc:picChg chg="add mod">
          <ac:chgData name="Zach Madison" userId="55e9da4f-3cb2-406e-bd86-fcddc48787a8" providerId="ADAL" clId="{27C5D57B-6558-4166-97B6-D14BF1FFE558}" dt="2026-10-15T21:14:01.069" v="1673" actId="1076"/>
          <ac:picMkLst>
            <pc:docMk/>
            <pc:sldMk cId="1232508830" sldId="262"/>
            <ac:picMk id="14" creationId="{0D60435E-1AF9-FE06-CA2B-01175E6BD9A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4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853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40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55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5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46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0386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337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805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7870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915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55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15550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244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545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839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4975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7431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161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7240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2971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25583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90396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18039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73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231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83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4E57-F473-4231-9670-559904172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C9187-AD14-4783-B64A-03E6F9313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A585C-2106-4D98-9512-CE48C1C1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4B6F8-5C95-4986-862B-8029EF29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14313-E417-4F3E-97CD-846A387C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33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3B14-63F3-4846-AD0A-A451F4291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BBE5-8DB0-49A3-9882-A9A8C94A4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AB592-642D-41ED-AA9F-8FBA863E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436E1-26D7-4182-828A-E9AC9193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976D1-B1E8-43D1-8D57-A6CC11AA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6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8C7D84B-5EA6-4894-A12F-4443324BD5C3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8E0C294C-F02C-4E10-BAFD-06C6B944AACE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2168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les.aukspot.com/" TargetMode="Externa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hyperlink" Target="https://openrouter.ai/brand" TargetMode="Externa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8049-99F0-4A1A-A7FE-9E0715E0D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en-US" dirty="0" err="1"/>
              <a:t>dle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79450-A2AD-47A8-BF90-24453C163F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Zach , Yasin, Seiya</a:t>
            </a:r>
          </a:p>
        </p:txBody>
      </p:sp>
    </p:spTree>
    <p:extLst>
      <p:ext uri="{BB962C8B-B14F-4D97-AF65-F5344CB8AC3E}">
        <p14:creationId xmlns:p14="http://schemas.microsoft.com/office/powerpoint/2010/main" val="141507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C2BE-2EC8-4B88-B16D-9A48EC53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326700"/>
            <a:ext cx="11604046" cy="969206"/>
          </a:xfrm>
        </p:spPr>
        <p:txBody>
          <a:bodyPr/>
          <a:lstStyle/>
          <a:p>
            <a:r>
              <a:rPr lang="en-US" dirty="0"/>
              <a:t>What is our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AE5BF-3346-4DC2-8EC7-A3AA8870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AI-</a:t>
            </a:r>
            <a:r>
              <a:rPr lang="en-US" dirty="0" err="1"/>
              <a:t>dle</a:t>
            </a:r>
            <a:r>
              <a:rPr lang="en-US" dirty="0"/>
              <a:t> is a simple game that integrates AI, styled in the format of a daily game</a:t>
            </a:r>
          </a:p>
          <a:p>
            <a:pPr lvl="1"/>
            <a:r>
              <a:rPr lang="en-US" dirty="0"/>
              <a:t>EX: Wordle, Connections, </a:t>
            </a:r>
            <a:r>
              <a:rPr lang="en-US" dirty="0" err="1"/>
              <a:t>Scrandle</a:t>
            </a:r>
            <a:r>
              <a:rPr lang="en-US" dirty="0"/>
              <a:t>, and </a:t>
            </a:r>
            <a:r>
              <a:rPr lang="en-US" dirty="0">
                <a:hlinkClick r:id="rId2"/>
              </a:rPr>
              <a:t>many others</a:t>
            </a:r>
            <a:endParaRPr lang="en-US" dirty="0"/>
          </a:p>
          <a:p>
            <a:r>
              <a:rPr lang="en-US" dirty="0"/>
              <a:t>How our game works:</a:t>
            </a:r>
          </a:p>
          <a:p>
            <a:pPr lvl="1"/>
            <a:r>
              <a:rPr lang="en-US" dirty="0"/>
              <a:t>The player is given a prompt, which is chosen from a list of random prompts</a:t>
            </a:r>
          </a:p>
          <a:p>
            <a:pPr lvl="1"/>
            <a:r>
              <a:rPr lang="en-US" dirty="0"/>
              <a:t>The player is given an AI response to the same prompt</a:t>
            </a:r>
          </a:p>
          <a:p>
            <a:pPr lvl="1"/>
            <a:r>
              <a:rPr lang="en-US" dirty="0"/>
              <a:t>The player must guess which AI, out of a dropdown list of options, generated the response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9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C2BE-2EC8-4B88-B16D-9A48EC53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1406"/>
            <a:ext cx="11604046" cy="969206"/>
          </a:xfrm>
        </p:spPr>
        <p:txBody>
          <a:bodyPr/>
          <a:lstStyle/>
          <a:p>
            <a:r>
              <a:rPr lang="en-US" dirty="0" err="1"/>
              <a:t>OpenRouter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AE5BF-3346-4DC2-8EC7-A3AA8870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OpenRouter</a:t>
            </a:r>
            <a:r>
              <a:rPr lang="en-US" dirty="0"/>
              <a:t> is the primary API tool we used</a:t>
            </a:r>
          </a:p>
          <a:p>
            <a:r>
              <a:rPr lang="en-US" dirty="0"/>
              <a:t>This tool routes prompts from the user to one of many different AI Models</a:t>
            </a:r>
            <a:r>
              <a:rPr lang="en-US" dirty="0">
                <a:hlinkClick r:id="rId2"/>
              </a:rPr>
              <a:t>1,024 × 8031,024 × 803</a:t>
            </a:r>
            <a:endParaRPr lang="en-US" dirty="0"/>
          </a:p>
          <a:p>
            <a:r>
              <a:rPr lang="en-US" dirty="0"/>
              <a:t>We chose this tool because of it’s offered free models</a:t>
            </a:r>
          </a:p>
          <a:p>
            <a:r>
              <a:rPr lang="en-US" dirty="0"/>
              <a:t>Other Tools: Google AI Studio</a:t>
            </a:r>
          </a:p>
          <a:p>
            <a:pPr lvl="1"/>
            <a:r>
              <a:rPr lang="en-US" dirty="0"/>
              <a:t>We created a free tier account and placed our API key in </a:t>
            </a:r>
            <a:r>
              <a:rPr lang="en-US" dirty="0" err="1"/>
              <a:t>OpenRouter</a:t>
            </a:r>
            <a:r>
              <a:rPr lang="en-US" dirty="0"/>
              <a:t> to route the prompt to our own account for higher availability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0E60F7-DD16-5213-CF05-20B09C9A2DAD}"/>
              </a:ext>
            </a:extLst>
          </p:cNvPr>
          <p:cNvSpPr/>
          <p:nvPr/>
        </p:nvSpPr>
        <p:spPr>
          <a:xfrm>
            <a:off x="-69742" y="5959098"/>
            <a:ext cx="12261742" cy="9692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Brand Assets - Official OpenRouter Logos | OpenRouter">
            <a:hlinkClick r:id="rId2"/>
            <a:extLst>
              <a:ext uri="{FF2B5EF4-FFF2-40B4-BE49-F238E27FC236}">
                <a16:creationId xmlns:a16="http://schemas.microsoft.com/office/drawing/2014/main" id="{86C6B34B-8310-3131-19D7-65210D85E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6258" y="4365754"/>
            <a:ext cx="2709979" cy="21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6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C2BE-2EC8-4B88-B16D-9A48EC53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33710"/>
            <a:ext cx="11604046" cy="969206"/>
          </a:xfrm>
        </p:spPr>
        <p:txBody>
          <a:bodyPr/>
          <a:lstStyle/>
          <a:p>
            <a:r>
              <a:rPr lang="en-US" dirty="0"/>
              <a:t>Models used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AE5BF-3346-4DC2-8EC7-A3AA8870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Gemma 4 - By google</a:t>
            </a:r>
          </a:p>
          <a:p>
            <a:r>
              <a:rPr lang="en-US" dirty="0"/>
              <a:t>Lfm-2.5-2.6b - By Liquid</a:t>
            </a:r>
          </a:p>
          <a:p>
            <a:r>
              <a:rPr lang="en-US" dirty="0" err="1"/>
              <a:t>nemotron</a:t>
            </a:r>
            <a:r>
              <a:rPr lang="en-US" dirty="0"/>
              <a:t> 3.5 - By Nvidia</a:t>
            </a:r>
          </a:p>
          <a:p>
            <a:r>
              <a:rPr lang="en-US" dirty="0"/>
              <a:t>Dota 3- By Dots Studio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8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C2BE-2EC8-4B88-B16D-9A48EC53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7" y="237584"/>
            <a:ext cx="11604046" cy="969206"/>
          </a:xfrm>
        </p:spPr>
        <p:txBody>
          <a:bodyPr/>
          <a:lstStyle/>
          <a:p>
            <a:r>
              <a:rPr lang="en-US" dirty="0"/>
              <a:t>Program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5FD71B-9A90-2650-0832-F433AD4ED8EF}"/>
              </a:ext>
            </a:extLst>
          </p:cNvPr>
          <p:cNvSpPr/>
          <p:nvPr/>
        </p:nvSpPr>
        <p:spPr>
          <a:xfrm>
            <a:off x="2014782" y="4024170"/>
            <a:ext cx="1580827" cy="1293546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driver.py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-------------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Starting point for the program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6AE3BB-8320-1103-4C2D-C39F9DACC3A7}"/>
              </a:ext>
            </a:extLst>
          </p:cNvPr>
          <p:cNvSpPr/>
          <p:nvPr/>
        </p:nvSpPr>
        <p:spPr>
          <a:xfrm>
            <a:off x="6604863" y="4252210"/>
            <a:ext cx="3670514" cy="1312244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API_Interaction.py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-------------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This is where API calls are made. Model and a prompt are submitted, and a string response is returned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FDC31-5913-4DBF-D6F3-EE835E354F88}"/>
              </a:ext>
            </a:extLst>
          </p:cNvPr>
          <p:cNvSpPr/>
          <p:nvPr/>
        </p:nvSpPr>
        <p:spPr>
          <a:xfrm>
            <a:off x="6387888" y="1319153"/>
            <a:ext cx="2709618" cy="2216257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game_screen.py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-------------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The screen where the actual game takes place, this is where the user is presented with information from the API Script, and where the user submits their guess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80787B-398B-E992-10E3-028F2FB251B9}"/>
              </a:ext>
            </a:extLst>
          </p:cNvPr>
          <p:cNvSpPr/>
          <p:nvPr/>
        </p:nvSpPr>
        <p:spPr>
          <a:xfrm>
            <a:off x="4021813" y="3754466"/>
            <a:ext cx="1999280" cy="1681566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app.py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-------------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Creates and opens the other screens used for the game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14F963-4308-9A88-C0BD-81C473D6EC03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 flipV="1">
            <a:off x="3595609" y="4595249"/>
            <a:ext cx="426204" cy="756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603DC6E-EEBF-EC0E-FDD7-C8743C244C83}"/>
              </a:ext>
            </a:extLst>
          </p:cNvPr>
          <p:cNvCxnSpPr>
            <a:cxnSpLocks/>
            <a:stCxn id="16" idx="0"/>
            <a:endCxn id="14" idx="1"/>
          </p:cNvCxnSpPr>
          <p:nvPr/>
        </p:nvCxnSpPr>
        <p:spPr>
          <a:xfrm flipV="1">
            <a:off x="5021453" y="2427282"/>
            <a:ext cx="1366435" cy="132718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53D4BD-2D3F-24D5-F9B9-7B03AE663145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>
            <a:off x="7742697" y="3535410"/>
            <a:ext cx="697423" cy="71680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6C3174A0-C0E8-24DD-2FC2-3BFA9A43D53D}"/>
              </a:ext>
            </a:extLst>
          </p:cNvPr>
          <p:cNvSpPr/>
          <p:nvPr/>
        </p:nvSpPr>
        <p:spPr>
          <a:xfrm>
            <a:off x="3308376" y="1148671"/>
            <a:ext cx="1999280" cy="1681566"/>
          </a:xfrm>
          <a:prstGeom prst="rect">
            <a:avLst/>
          </a:prstGeom>
          <a:solidFill>
            <a:schemeClr val="tx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final_screen.py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-------------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Final screen, shows user the result of their guess. Additionally contains a button that loops back to the game screen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A54E08B-697D-70C3-32E8-151B3015FA21}"/>
              </a:ext>
            </a:extLst>
          </p:cNvPr>
          <p:cNvCxnSpPr>
            <a:cxnSpLocks/>
            <a:stCxn id="16" idx="0"/>
            <a:endCxn id="37" idx="2"/>
          </p:cNvCxnSpPr>
          <p:nvPr/>
        </p:nvCxnSpPr>
        <p:spPr>
          <a:xfrm flipH="1" flipV="1">
            <a:off x="4308016" y="2830237"/>
            <a:ext cx="713437" cy="9242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9839B45-5E24-E84A-62F7-AB4CE06DB540}"/>
              </a:ext>
            </a:extLst>
          </p:cNvPr>
          <p:cNvCxnSpPr>
            <a:cxnSpLocks/>
            <a:stCxn id="37" idx="3"/>
            <a:endCxn id="14" idx="1"/>
          </p:cNvCxnSpPr>
          <p:nvPr/>
        </p:nvCxnSpPr>
        <p:spPr>
          <a:xfrm>
            <a:off x="5307656" y="1989454"/>
            <a:ext cx="1080232" cy="437828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95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C2BE-2EC8-4B88-B16D-9A48EC53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could we go next?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AE5BF-3346-4DC2-8EC7-A3AA8870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UI:</a:t>
            </a:r>
          </a:p>
          <a:p>
            <a:pPr lvl="1"/>
            <a:r>
              <a:rPr lang="en-US" dirty="0"/>
              <a:t>Add loading screens to make API waits less jarring</a:t>
            </a:r>
          </a:p>
          <a:p>
            <a:pPr lvl="1"/>
            <a:r>
              <a:rPr lang="en-US" dirty="0"/>
              <a:t>Add effects or colors to react to user action</a:t>
            </a:r>
          </a:p>
          <a:p>
            <a:pPr lvl="2"/>
            <a:r>
              <a:rPr lang="en-US" dirty="0" err="1"/>
              <a:t>ie</a:t>
            </a:r>
            <a:r>
              <a:rPr lang="en-US" dirty="0"/>
              <a:t>: screen tints green or has an effect play on a correct guess</a:t>
            </a:r>
          </a:p>
          <a:p>
            <a:r>
              <a:rPr lang="en-US" dirty="0"/>
              <a:t>Program:</a:t>
            </a:r>
          </a:p>
          <a:p>
            <a:pPr lvl="1"/>
            <a:r>
              <a:rPr lang="en-US" dirty="0"/>
              <a:t>Add more fallbacks in the event of an unavailable provider or rate limit</a:t>
            </a:r>
          </a:p>
          <a:p>
            <a:pPr lvl="1"/>
            <a:r>
              <a:rPr lang="en-US" dirty="0"/>
              <a:t>Add more models</a:t>
            </a:r>
          </a:p>
          <a:p>
            <a:r>
              <a:rPr lang="en-US" dirty="0"/>
              <a:t>Game Design</a:t>
            </a:r>
          </a:p>
          <a:p>
            <a:pPr lvl="1"/>
            <a:r>
              <a:rPr lang="en-US" dirty="0"/>
              <a:t>Have multiple chances, with added context with each</a:t>
            </a:r>
          </a:p>
          <a:p>
            <a:pPr lvl="2"/>
            <a:r>
              <a:rPr lang="en-US" dirty="0"/>
              <a:t>Start with only response, then prompt</a:t>
            </a:r>
            <a:r>
              <a:rPr lang="en-US"/>
              <a:t>, and then </a:t>
            </a:r>
            <a:r>
              <a:rPr lang="en-US" dirty="0"/>
              <a:t>allow user to submit their own prompt</a:t>
            </a:r>
          </a:p>
        </p:txBody>
      </p:sp>
    </p:spTree>
    <p:extLst>
      <p:ext uri="{BB962C8B-B14F-4D97-AF65-F5344CB8AC3E}">
        <p14:creationId xmlns:p14="http://schemas.microsoft.com/office/powerpoint/2010/main" val="12788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C2BE-2EC8-4B88-B16D-9A48EC53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95703"/>
            <a:ext cx="11604046" cy="969206"/>
          </a:xfrm>
        </p:spPr>
        <p:txBody>
          <a:bodyPr/>
          <a:lstStyle/>
          <a:p>
            <a:r>
              <a:rPr lang="en-US" dirty="0"/>
              <a:t>Program Demonstration</a:t>
            </a:r>
          </a:p>
        </p:txBody>
      </p:sp>
      <p:pic>
        <p:nvPicPr>
          <p:cNvPr id="14" name="2026-10-15 16-11-48">
            <a:hlinkClick r:id="" action="ppaction://media"/>
            <a:extLst>
              <a:ext uri="{FF2B5EF4-FFF2-40B4-BE49-F238E27FC236}">
                <a16:creationId xmlns:a16="http://schemas.microsoft.com/office/drawing/2014/main" id="{0D60435E-1AF9-FE06-CA2B-01175E6BD9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46962" y="1479557"/>
            <a:ext cx="8698075" cy="489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0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984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9C6CB9A50A2E4B94758B72EB6A1B8B" ma:contentTypeVersion="9" ma:contentTypeDescription="Create a new document." ma:contentTypeScope="" ma:versionID="00a01074e727736a606f35a8da9e544e">
  <xsd:schema xmlns:xsd="http://www.w3.org/2001/XMLSchema" xmlns:xs="http://www.w3.org/2001/XMLSchema" xmlns:p="http://schemas.microsoft.com/office/2006/metadata/properties" xmlns:ns3="450c726e-eb4c-4711-8c63-1db40700a94a" targetNamespace="http://schemas.microsoft.com/office/2006/metadata/properties" ma:root="true" ma:fieldsID="7cb8615ef75d7cee68277b695dcb7baa" ns3:_="">
    <xsd:import namespace="450c726e-eb4c-4711-8c63-1db40700a94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c726e-eb4c-4711-8c63-1db40700a94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0c726e-eb4c-4711-8c63-1db40700a94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C86374-181E-41F6-AD05-2258F8BDD0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0c726e-eb4c-4711-8c63-1db40700a9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268EBB-2571-4C81-969B-FABE39E2ED78}">
  <ds:schemaRefs>
    <ds:schemaRef ds:uri="http://purl.org/dc/elements/1.1/"/>
    <ds:schemaRef ds:uri="http://schemas.openxmlformats.org/package/2006/metadata/core-properties"/>
    <ds:schemaRef ds:uri="450c726e-eb4c-4711-8c63-1db40700a94a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5C21DFC-156F-4104-820F-691127FEE5E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0</TotalTime>
  <Words>383</Words>
  <Application>Microsoft Office PowerPoint</Application>
  <PresentationFormat>Widescreen</PresentationFormat>
  <Paragraphs>48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Arial Nova Light</vt:lpstr>
      <vt:lpstr>Dark Gradient</vt:lpstr>
      <vt:lpstr>AI-dle</vt:lpstr>
      <vt:lpstr>What is our Project?</vt:lpstr>
      <vt:lpstr>OpenRouter</vt:lpstr>
      <vt:lpstr>Models used </vt:lpstr>
      <vt:lpstr>Program Flow</vt:lpstr>
      <vt:lpstr>Where could we go next? </vt:lpstr>
      <vt:lpstr>Program Demonstration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Zach Madison</dc:creator>
  <cp:lastModifiedBy>Zach Madison</cp:lastModifiedBy>
  <cp:revision>4</cp:revision>
  <dcterms:created xsi:type="dcterms:W3CDTF">2026-10-15T17:46:21Z</dcterms:created>
  <dcterms:modified xsi:type="dcterms:W3CDTF">2026-10-15T21:16:02Z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0x010100E89C6CB9A50A2E4B94758B72EB6A1B8B</vt:lpwstr>
  </property>
</Properties>
</file>